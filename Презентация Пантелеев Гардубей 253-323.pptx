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8"/>
  </p:notesMasterIdLst>
  <p:sldIdLst>
    <p:sldId id="256" r:id="rId2"/>
    <p:sldId id="257" r:id="rId3"/>
    <p:sldId id="260" r:id="rId4"/>
    <p:sldId id="259" r:id="rId5"/>
    <p:sldId id="261" r:id="rId6"/>
    <p:sldId id="258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Gilroy Medium" panose="00000600000000000000" charset="-52"/>
      <p:regular r:id="rId13"/>
    </p:embeddedFont>
    <p:embeddedFont>
      <p:font typeface="Gilroy Bold" panose="00000800000000000000" charset="-52"/>
      <p:bold r:id="rId14"/>
    </p:embeddedFont>
    <p:embeddedFont>
      <p:font typeface="Verdana" panose="020B0604030504040204" pitchFamily="34" charset="0"/>
      <p:regular r:id="rId15"/>
      <p:bold r:id="rId16"/>
      <p:italic r:id="rId17"/>
      <p:boldItalic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024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92719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906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778" y="5438319"/>
            <a:ext cx="2860213" cy="1608870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-114300" y="6237515"/>
            <a:ext cx="972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20.05.2026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20.05.2026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20.05.2026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20.05.2026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  <a:p>
            <a:pPr lvl="3"/>
            <a:r>
              <a:rPr lang="ru-RU" dirty="0" smtClean="0"/>
              <a:t>Четвертый уровень</a:t>
            </a:r>
          </a:p>
          <a:p>
            <a:pPr lvl="4"/>
            <a:r>
              <a:rPr lang="ru-RU" dirty="0" smtClean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20.05.2026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 userDrawn="1"/>
        </p:nvCxnSpPr>
        <p:spPr>
          <a:xfrm>
            <a:off x="-57750" y="6286500"/>
            <a:ext cx="9612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2800" dirty="0" smtClean="0"/>
              <a:t>Курсовая работа по дисциплине</a:t>
            </a:r>
            <a:br>
              <a:rPr lang="ru-RU" sz="2800" dirty="0" smtClean="0"/>
            </a:br>
            <a:r>
              <a:rPr lang="ru-RU" sz="2800" dirty="0" smtClean="0"/>
              <a:t>«Основы программирования».</a:t>
            </a:r>
            <a:br>
              <a:rPr lang="ru-RU" sz="2800" dirty="0" smtClean="0"/>
            </a:br>
            <a:r>
              <a:rPr lang="ru-RU" sz="2800" dirty="0"/>
              <a:t>О</a:t>
            </a:r>
            <a:r>
              <a:rPr lang="ru-RU" sz="2800" dirty="0" smtClean="0"/>
              <a:t>нлайн приложение для структурирования мыслей</a:t>
            </a:r>
            <a:endParaRPr lang="ru-RU" sz="28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ru-RU" sz="1600" dirty="0"/>
              <a:t>Выполнили студенты группы 253-323: </a:t>
            </a:r>
            <a:endParaRPr lang="ru-RU" sz="1600" dirty="0" smtClean="0"/>
          </a:p>
          <a:p>
            <a:r>
              <a:rPr lang="ru-RU" sz="2000" dirty="0" smtClean="0"/>
              <a:t>Пантелеев Михаил</a:t>
            </a:r>
          </a:p>
          <a:p>
            <a:r>
              <a:rPr lang="ru-RU" sz="2000" dirty="0" err="1" smtClean="0"/>
              <a:t>Гардубей</a:t>
            </a:r>
            <a:r>
              <a:rPr lang="ru-RU" sz="2000" dirty="0" smtClean="0"/>
              <a:t> Анна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914400" y="3366952"/>
            <a:ext cx="3470501" cy="1287261"/>
          </a:xfrm>
        </p:spPr>
        <p:txBody>
          <a:bodyPr>
            <a:noAutofit/>
          </a:bodyPr>
          <a:lstStyle/>
          <a:p>
            <a:r>
              <a:rPr lang="ru-RU" sz="1800" dirty="0" smtClean="0"/>
              <a:t>Заметки и идеи</a:t>
            </a:r>
          </a:p>
          <a:p>
            <a:r>
              <a:rPr lang="ru-RU" sz="1800" dirty="0" smtClean="0"/>
              <a:t>Все задачи</a:t>
            </a:r>
          </a:p>
          <a:p>
            <a:r>
              <a:rPr lang="ru-RU" sz="1800" dirty="0" smtClean="0"/>
              <a:t>Активные задачи</a:t>
            </a:r>
          </a:p>
          <a:p>
            <a:r>
              <a:rPr lang="ru-RU" sz="1800" dirty="0" smtClean="0"/>
              <a:t>Выполненные задачи</a:t>
            </a:r>
            <a:endParaRPr lang="ru-RU" sz="18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2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«Главная»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101390" y="1690688"/>
            <a:ext cx="6280484" cy="3587362"/>
          </a:xfrm>
          <a:prstGeom prst="rect">
            <a:avLst/>
          </a:prstGeom>
        </p:spPr>
      </p:pic>
      <p:sp>
        <p:nvSpPr>
          <p:cNvPr id="8" name="Объект 1"/>
          <p:cNvSpPr txBox="1">
            <a:spLocks/>
          </p:cNvSpPr>
          <p:nvPr/>
        </p:nvSpPr>
        <p:spPr>
          <a:xfrm>
            <a:off x="914400" y="1690688"/>
            <a:ext cx="3921542" cy="12811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dirty="0" smtClean="0"/>
              <a:t>На странице отображены все задачи и идеи пользователя, разделенные на блоки: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3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«</a:t>
            </a:r>
            <a:r>
              <a:rPr lang="en-US" dirty="0" err="1" smtClean="0"/>
              <a:t>Todo</a:t>
            </a:r>
            <a:r>
              <a:rPr lang="ru-RU" dirty="0" smtClean="0"/>
              <a:t>»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101390" y="1690688"/>
            <a:ext cx="6280484" cy="3587362"/>
          </a:xfrm>
          <a:prstGeom prst="rect">
            <a:avLst/>
          </a:prstGeom>
        </p:spPr>
      </p:pic>
      <p:sp>
        <p:nvSpPr>
          <p:cNvPr id="8" name="Объект 1"/>
          <p:cNvSpPr txBox="1">
            <a:spLocks/>
          </p:cNvSpPr>
          <p:nvPr/>
        </p:nvSpPr>
        <p:spPr>
          <a:xfrm>
            <a:off x="914400" y="1690687"/>
            <a:ext cx="3585411" cy="3097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На странице реализовано управление задачами</a:t>
            </a:r>
            <a:r>
              <a:rPr lang="ru-RU" sz="2000" dirty="0" smtClean="0"/>
              <a:t>: </a:t>
            </a:r>
            <a:r>
              <a:rPr lang="ru-RU" sz="2000" dirty="0"/>
              <a:t>их создание, просмотр, обновление статуса и удаление.</a:t>
            </a:r>
          </a:p>
          <a:p>
            <a:pPr marL="0" indent="0">
              <a:buNone/>
            </a:pPr>
            <a:endParaRPr lang="ru-RU" sz="2000" dirty="0" smtClean="0"/>
          </a:p>
        </p:txBody>
      </p:sp>
      <p:pic>
        <p:nvPicPr>
          <p:cNvPr id="10" name="Рисунок 9"/>
          <p:cNvPicPr/>
          <p:nvPr/>
        </p:nvPicPr>
        <p:blipFill>
          <a:blip r:embed="rId4"/>
          <a:stretch>
            <a:fillRect/>
          </a:stretch>
        </p:blipFill>
        <p:spPr>
          <a:xfrm>
            <a:off x="5101390" y="1690686"/>
            <a:ext cx="6298518" cy="358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713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4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Страница «</a:t>
            </a:r>
            <a:r>
              <a:rPr lang="en-US" dirty="0"/>
              <a:t>N</a:t>
            </a:r>
            <a:r>
              <a:rPr lang="en-US" dirty="0" smtClean="0"/>
              <a:t>otes</a:t>
            </a:r>
            <a:r>
              <a:rPr lang="ru-RU" dirty="0" smtClean="0"/>
              <a:t>»</a:t>
            </a:r>
            <a:endParaRPr lang="ru-RU" dirty="0"/>
          </a:p>
        </p:txBody>
      </p:sp>
      <p:pic>
        <p:nvPicPr>
          <p:cNvPr id="7" name="Рисунок 6"/>
          <p:cNvPicPr/>
          <p:nvPr/>
        </p:nvPicPr>
        <p:blipFill>
          <a:blip r:embed="rId3"/>
          <a:stretch>
            <a:fillRect/>
          </a:stretch>
        </p:blipFill>
        <p:spPr>
          <a:xfrm>
            <a:off x="5101390" y="1690688"/>
            <a:ext cx="6280484" cy="3587362"/>
          </a:xfrm>
          <a:prstGeom prst="rect">
            <a:avLst/>
          </a:prstGeom>
        </p:spPr>
      </p:pic>
      <p:sp>
        <p:nvSpPr>
          <p:cNvPr id="8" name="Объект 1"/>
          <p:cNvSpPr txBox="1">
            <a:spLocks/>
          </p:cNvSpPr>
          <p:nvPr/>
        </p:nvSpPr>
        <p:spPr>
          <a:xfrm>
            <a:off x="914400" y="1690687"/>
            <a:ext cx="3585411" cy="30978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ru-RU" sz="2000" dirty="0"/>
              <a:t>На странице «</a:t>
            </a:r>
            <a:r>
              <a:rPr lang="ru-RU" sz="2000" dirty="0" err="1"/>
              <a:t>Notes</a:t>
            </a:r>
            <a:r>
              <a:rPr lang="ru-RU" sz="2000" dirty="0"/>
              <a:t>» доступно создание заметок (с </a:t>
            </a:r>
            <a:r>
              <a:rPr lang="ru-RU" sz="2000" dirty="0" smtClean="0"/>
              <a:t>названием </a:t>
            </a:r>
            <a:r>
              <a:rPr lang="ru-RU" sz="2000" dirty="0"/>
              <a:t>и описанием), просмотр списка и их удаление.</a:t>
            </a:r>
            <a:endParaRPr lang="ru-RU" sz="2000" dirty="0" smtClean="0"/>
          </a:p>
        </p:txBody>
      </p:sp>
      <p:pic>
        <p:nvPicPr>
          <p:cNvPr id="9" name="Рисунок 8"/>
          <p:cNvPicPr/>
          <p:nvPr/>
        </p:nvPicPr>
        <p:blipFill>
          <a:blip r:embed="rId4"/>
          <a:stretch>
            <a:fillRect/>
          </a:stretch>
        </p:blipFill>
        <p:spPr>
          <a:xfrm>
            <a:off x="5101390" y="1690687"/>
            <a:ext cx="6280484" cy="35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643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0129157" y="5440362"/>
            <a:ext cx="1787979" cy="1281113"/>
          </a:xfrm>
        </p:spPr>
        <p:txBody>
          <a:bodyPr/>
          <a:lstStyle/>
          <a:p>
            <a:fld id="{A01BE76D-E181-4177-862E-40D97C82BFEB}" type="slidenum">
              <a:rPr lang="ru-RU" smtClean="0"/>
              <a:t>5</a:t>
            </a:fld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Используемые технологии</a:t>
            </a:r>
            <a:endParaRPr lang="ru-RU" dirty="0"/>
          </a:p>
        </p:txBody>
      </p:sp>
      <p:sp>
        <p:nvSpPr>
          <p:cNvPr id="8" name="Объект 1"/>
          <p:cNvSpPr txBox="1">
            <a:spLocks/>
          </p:cNvSpPr>
          <p:nvPr/>
        </p:nvSpPr>
        <p:spPr>
          <a:xfrm>
            <a:off x="914400" y="2197733"/>
            <a:ext cx="9733547" cy="29264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Gilroy Medium" panose="00000600000000000000" pitchFamily="2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ru-RU" sz="2000" dirty="0" err="1"/>
              <a:t>Python</a:t>
            </a:r>
            <a:r>
              <a:rPr lang="ru-RU" sz="2000" dirty="0"/>
              <a:t> - основной язык программирования;</a:t>
            </a:r>
          </a:p>
          <a:p>
            <a:pPr lvl="0">
              <a:lnSpc>
                <a:spcPct val="150000"/>
              </a:lnSpc>
            </a:pPr>
            <a:r>
              <a:rPr lang="ru-RU" sz="2000" dirty="0" err="1"/>
              <a:t>Flask</a:t>
            </a:r>
            <a:r>
              <a:rPr lang="ru-RU" sz="2000" dirty="0"/>
              <a:t> - </a:t>
            </a:r>
            <a:r>
              <a:rPr lang="ru-RU" sz="2000" dirty="0" err="1"/>
              <a:t>микрофреймворк</a:t>
            </a:r>
            <a:r>
              <a:rPr lang="ru-RU" sz="2000" dirty="0"/>
              <a:t> для создания веб-приложения;</a:t>
            </a:r>
          </a:p>
          <a:p>
            <a:pPr lvl="0">
              <a:lnSpc>
                <a:spcPct val="150000"/>
              </a:lnSpc>
            </a:pPr>
            <a:r>
              <a:rPr lang="ru-RU" sz="2000" dirty="0" err="1"/>
              <a:t>SQLite</a:t>
            </a:r>
            <a:r>
              <a:rPr lang="ru-RU" sz="2000" dirty="0"/>
              <a:t> - встроенная база данных;</a:t>
            </a:r>
          </a:p>
          <a:p>
            <a:pPr lvl="0">
              <a:lnSpc>
                <a:spcPct val="150000"/>
              </a:lnSpc>
            </a:pPr>
            <a:r>
              <a:rPr lang="ru-RU" sz="2000" dirty="0"/>
              <a:t>HTML - разметка страниц;</a:t>
            </a:r>
          </a:p>
          <a:p>
            <a:pPr lvl="0">
              <a:lnSpc>
                <a:spcPct val="150000"/>
              </a:lnSpc>
            </a:pPr>
            <a:r>
              <a:rPr lang="ru-RU" sz="2000" dirty="0"/>
              <a:t>CSS - оформление интерфейса</a:t>
            </a:r>
            <a:r>
              <a:rPr lang="ru-RU" sz="2000" dirty="0" smtClean="0"/>
              <a:t>;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4055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Спасибо за внимание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Пантелеев Гардубей 253-323</Template>
  <TotalTime>35</TotalTime>
  <Words>127</Words>
  <Application>Microsoft Office PowerPoint</Application>
  <PresentationFormat>Широкоэкранный</PresentationFormat>
  <Paragraphs>31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Calibri</vt:lpstr>
      <vt:lpstr>Gilroy Medium</vt:lpstr>
      <vt:lpstr>Arial</vt:lpstr>
      <vt:lpstr>Gilroy Bold</vt:lpstr>
      <vt:lpstr>Verdana</vt:lpstr>
      <vt:lpstr>Тема2</vt:lpstr>
      <vt:lpstr>Курсовая работа по дисциплине «Основы программирования». Онлайн приложение для структурирования мыслей</vt:lpstr>
      <vt:lpstr>Страница «Главная»</vt:lpstr>
      <vt:lpstr>Страница «Todo»</vt:lpstr>
      <vt:lpstr>Страница «Notes»</vt:lpstr>
      <vt:lpstr>Используемые технологии</vt:lpstr>
      <vt:lpstr>Спасибо за внимание 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по дисциплине «Основы программирования». Онлайн приложение для структурирования мыслей</dc:title>
  <dc:creator>Maxim Gardubey</dc:creator>
  <cp:lastModifiedBy>Maxim Gardubey</cp:lastModifiedBy>
  <cp:revision>5</cp:revision>
  <dcterms:created xsi:type="dcterms:W3CDTF">2026-05-20T14:06:16Z</dcterms:created>
  <dcterms:modified xsi:type="dcterms:W3CDTF">2026-05-20T14:55:27Z</dcterms:modified>
</cp:coreProperties>
</file>